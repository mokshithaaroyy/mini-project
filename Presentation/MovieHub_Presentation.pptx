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37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457A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548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143000"/>
            <a:ext cx="12188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B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Based Movie Recommendation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3429000"/>
            <a:ext cx="4873752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65760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 TRAINING  PROJECT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7616952" cy="1783080"/>
          </a:xfrm>
          <a:prstGeom prst="roundRect">
            <a:avLst>
              <a:gd name="adj" fmla="val 4103"/>
            </a:avLst>
          </a:prstGeom>
          <a:solidFill>
            <a:srgbClr val="2457A4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7616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Mokshitha Roy  •  B. Nandhini  •  P. Neha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B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Communication Engineering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B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7101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71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6829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6557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6285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526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518464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27101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71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234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09360" y="189280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36829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309360" y="299008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46557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429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309360" y="408736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562856"/>
            <a:ext cx="502920" cy="5029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4526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309360" y="5184648"/>
            <a:ext cx="5394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thousands of movies available across multiple languages and streaming platforms, discovering content that matches a user’s taste is genuinely difficult. MovieHub is a self-contained Django web application that combines a multilingual movie catalogue with a transparent, content-based recommendation engine built entirely in plain Python.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74552" cy="0"/>
          </a:xfrm>
          <a:prstGeom prst="line">
            <a:avLst/>
          </a:prstGeom>
          <a:noFill/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112745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platforms require subscriptions or complex installations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recommendation engines use opaque ML models that users cannot inspect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 option exists that covers Indian regional language films alongside international titles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explainable recommendation system is needed that works without external ML libraries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70432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relational database for movies, genres, ratings, and watchlists using SQLite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83664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810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Django app with user registration, login, and session management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11430000" cy="64008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596896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237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content-based filtering algorithm in plain Python — no ML library needed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3697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search and filter by genre, language, and sort options for the movie catalogue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904488"/>
            <a:ext cx="11430000" cy="64008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023360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personal watchlist and ‘Similar Movies’ section on every detail page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736592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736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663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Django admin panel for complete catalogue management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5330952"/>
            <a:ext cx="11430000" cy="64008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449824"/>
            <a:ext cx="411480" cy="41148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449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376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responsive dark-themed UI using hand-written HTML and CSS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1399032"/>
          </a:xfrm>
          <a:prstGeom prst="roundRect">
            <a:avLst>
              <a:gd name="adj" fmla="val 522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920240" cy="1399032"/>
          </a:xfrm>
          <a:prstGeom prst="roundRect">
            <a:avLst>
              <a:gd name="adj" fmla="val 5229"/>
            </a:avLst>
          </a:prstGeom>
          <a:solidFill>
            <a:srgbClr val="1A3C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1920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234440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language and recommendation logic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352" y="1143000"/>
            <a:ext cx="5486400" cy="1399032"/>
          </a:xfrm>
          <a:prstGeom prst="roundRect">
            <a:avLst>
              <a:gd name="adj" fmla="val 522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143000"/>
            <a:ext cx="1920240" cy="1399032"/>
          </a:xfrm>
          <a:prstGeom prst="roundRect">
            <a:avLst>
              <a:gd name="adj" fmla="val 5229"/>
            </a:avLst>
          </a:prstGeom>
          <a:solidFill>
            <a:srgbClr val="1A3C6E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1143000"/>
            <a:ext cx="1920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7032" y="1234440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— routing, ORM, authentication, templates, admin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486400" cy="1399032"/>
          </a:xfrm>
          <a:prstGeom prst="roundRect">
            <a:avLst>
              <a:gd name="adj" fmla="val 522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1920240" cy="1399032"/>
          </a:xfrm>
          <a:prstGeom prst="roundRect">
            <a:avLst>
              <a:gd name="adj" fmla="val 5229"/>
            </a:avLst>
          </a:prstGeom>
          <a:solidFill>
            <a:srgbClr val="1A3C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1920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2743200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(bundled with Django, no server needed)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5352" y="2651760"/>
            <a:ext cx="5486400" cy="1399032"/>
          </a:xfrm>
          <a:prstGeom prst="roundRect">
            <a:avLst>
              <a:gd name="adj" fmla="val 522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2651760"/>
            <a:ext cx="1920240" cy="1399032"/>
          </a:xfrm>
          <a:prstGeom prst="roundRect">
            <a:avLst>
              <a:gd name="adj" fmla="val 5229"/>
            </a:avLst>
          </a:prstGeom>
          <a:solidFill>
            <a:srgbClr val="1A3C6E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2651760"/>
            <a:ext cx="1920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57032" y="2743200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frontend — dark-themed responsive layout, no CSS framework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486400" cy="1399032"/>
          </a:xfrm>
          <a:prstGeom prst="roundRect">
            <a:avLst>
              <a:gd name="adj" fmla="val 522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0520"/>
            <a:ext cx="1920240" cy="1399032"/>
          </a:xfrm>
          <a:prstGeom prst="roundRect">
            <a:avLst>
              <a:gd name="adj" fmla="val 5229"/>
            </a:avLst>
          </a:prstGeom>
          <a:solidFill>
            <a:srgbClr val="1A3C6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60520"/>
            <a:ext cx="1920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68880" y="4251960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 layer — models, queries, migrations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45352" y="4160520"/>
            <a:ext cx="5486400" cy="1399032"/>
          </a:xfrm>
          <a:prstGeom prst="roundRect">
            <a:avLst>
              <a:gd name="adj" fmla="val 522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4160520"/>
            <a:ext cx="1920240" cy="1399032"/>
          </a:xfrm>
          <a:prstGeom prst="roundRect">
            <a:avLst>
              <a:gd name="adj" fmla="val 5229"/>
            </a:avLst>
          </a:prstGeom>
          <a:solidFill>
            <a:srgbClr val="1A3C6E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4160520"/>
            <a:ext cx="1920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57032" y="4251960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 Language for server-side HTML rendering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No external CSS framework, no JavaScript framework, no ML library — all features built from scratch.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(MVT Pattern)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1A3C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117043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HTTP request from any web browser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17320" y="1847088"/>
            <a:ext cx="0" cy="11887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FFF3CD"/>
          </a:solidFill>
          <a:ln w="12700">
            <a:solidFill>
              <a:srgbClr val="F0CC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1A3C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03911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maps the URL to the correct view function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17320" y="2715768"/>
            <a:ext cx="0" cy="11887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1A3C6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Function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290779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request, calls ORM / recommendation engine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17320" y="3584448"/>
            <a:ext cx="0" cy="11887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0332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FFE8CC"/>
          </a:solidFill>
          <a:ln w="12700">
            <a:solidFill>
              <a:srgbClr val="F5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1A3C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377647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recommender.py: builds taste profile, scores candidates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17320" y="4453128"/>
            <a:ext cx="0" cy="11887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7200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72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1A3C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720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SQLite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80360" y="464515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writes Genre, Movie, Rating, Watchlist tables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417320" y="5321808"/>
            <a:ext cx="0" cy="11887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FFF3CD"/>
          </a:solidFill>
          <a:ln w="12700">
            <a:solidFill>
              <a:srgbClr val="F0CC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44068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1A3C6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4406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80360" y="551383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HTML; browser receives complete web page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— no ML library, plain Python: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3020" y="1828800"/>
            <a:ext cx="731520" cy="7315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liked movies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movies the user rated 4 or 5 stars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008376" y="2880360"/>
            <a:ext cx="292608" cy="292608"/>
          </a:xfrm>
          <a:prstGeom prst="rightArrow">
            <a:avLst/>
          </a:prstGeom>
          <a:solidFill>
            <a:srgbClr val="E8A02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4820" y="1828800"/>
            <a:ext cx="731520" cy="7315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42748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taste profile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each genre appears in those movies — more appearances = higher weight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80176" y="2880360"/>
            <a:ext cx="292608" cy="292608"/>
          </a:xfrm>
          <a:prstGeom prst="rightArrow">
            <a:avLst/>
          </a:prstGeom>
          <a:solidFill>
            <a:srgbClr val="E8A0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6620" y="1828800"/>
            <a:ext cx="731520" cy="7315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72466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unrated movie, add up the weights of its genres from the taste profile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51976" y="2880360"/>
            <a:ext cx="292608" cy="292608"/>
          </a:xfrm>
          <a:prstGeom prst="rightArrow">
            <a:avLst/>
          </a:prstGeom>
          <a:solidFill>
            <a:srgbClr val="E8A020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8420" y="1828800"/>
            <a:ext cx="731520" cy="731520"/>
          </a:xfrm>
          <a:prstGeom prst="ellipse">
            <a:avLst/>
          </a:prstGeom>
          <a:solidFill>
            <a:srgbClr val="1A3C6E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84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return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183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 (ties broken by average community rating) and return top-N results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(no ratings yet) → Shows top-rated movies from the full catalogue as a starting point.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166360"/>
            <a:ext cx="11274552" cy="118872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257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taste_profile = Counter()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movie in liked_movies: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genre in movie.genres.all():   taste_profile[genre.id] += 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34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Catalogue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movies, 10 languages, 12 genres in a responsive card grid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36792" y="1143000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34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22592" y="1234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22592" y="16002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genre / language, sort by rating, year or title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32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532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89864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stars, update anytime, live average shown on cards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36792" y="2441448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32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22592" y="2532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22592" y="289864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in one click, saved in database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3133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8313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1970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‘For You’ page using content-based filtering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36792" y="3739896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3133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22592" y="38313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Movies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22592" y="41970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Genre-overlap-based suggestions on every detail page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" y="5038344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12978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43000" y="51297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3000" y="549554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 via Django’s built-in auth system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36792" y="5038344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512978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022592" y="51297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22592" y="549554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catalogue management via Django admin — no custom code needed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377440" cy="5212080"/>
          </a:xfrm>
          <a:prstGeom prst="roundRect">
            <a:avLst>
              <a:gd name="adj" fmla="val 3846"/>
            </a:avLst>
          </a:prstGeom>
          <a:solidFill>
            <a:srgbClr val="1A3C6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64592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 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106424"/>
            <a:ext cx="4480560" cy="621792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478024"/>
            <a:ext cx="4480560" cy="621792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3849624"/>
            <a:ext cx="4480560" cy="621792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1106424"/>
            <a:ext cx="4480560" cy="621792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2478024"/>
            <a:ext cx="4480560" cy="621792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3849624"/>
            <a:ext cx="4480560" cy="621792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3035808" y="1143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loads for anonymous visitor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1143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35808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and director name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18288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35808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movies by language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35808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movies by genre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3200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35808" y="3886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creates account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3886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035808" y="4572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star rating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4572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90688" y="1143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rating (no duplicate row)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292840" y="1143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90688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movie to watchlist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292840" y="18288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90688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movie from watchlist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29284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90688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match genre preferences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292840" y="3200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90688" y="3886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for non-existent movie ID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1292840" y="3886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90688" y="4572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add and edit movies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292840" y="4572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EAF0F8"/>
          </a:solidFill>
          <a:ln w="12700">
            <a:solidFill>
              <a:srgbClr val="C0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1A3C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170432"/>
            <a:ext cx="9235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is a fully functional web-based movie recommendation system built using Python, Django, HTML, CSS, and SQLite. It delivers a multilingual catalogue, search and filter, star ratings, watchlist management, and a content-based recommendation engine implemented in plain Python without any external ML library. All 12 planned test cases passed and all project objectives were met.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74552" cy="0"/>
          </a:xfrm>
          <a:prstGeom prst="line">
            <a:avLst/>
          </a:prstGeom>
          <a:noFill/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using ratings from multiple users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poster images via an external database API (e.g. TMDb)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PostgreSQL and Gunicorn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to support a companion mobile application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natural language movie search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 and comment system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0" y="5897880"/>
            <a:ext cx="5788152" cy="548640"/>
          </a:xfrm>
          <a:prstGeom prst="roundRect">
            <a:avLst>
              <a:gd name="adj" fmla="val 10000"/>
            </a:avLst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589788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Mokshitha Roy  •  B. Nandhini  •  P. Neha  |  ECE  |  AITS Tirupati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583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MovieHub  |  Placement Training Project  |  AITS Tirupati  |  ECE Dept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04320" y="6583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1014</Words>
  <Application>Microsoft Office PowerPoint</Application>
  <PresentationFormat>Widescreen</PresentationFormat>
  <Paragraphs>187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MovieHub – Movie Recommendation System</dc:title>
  <dc:subject>PptxGenJS Presentation</dc:subject>
  <dc:creator>V. Mokshitha Roy, B. Nandhini, P. Neha</dc:creator>
  <cp:lastModifiedBy>Mokshitha Roy</cp:lastModifiedBy>
  <cp:revision>2</cp:revision>
  <dcterms:created xsi:type="dcterms:W3CDTF">2026-06-22T06:37:19Z</dcterms:created>
  <dcterms:modified xsi:type="dcterms:W3CDTF">2026-06-23T08:46:33Z</dcterms:modified>
</cp:coreProperties>
</file>